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51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1C1E3-4643-39E3-88C4-760944DD1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6C484E-BA63-FDF4-3F31-31C222E22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677DD7-37E1-D193-D955-AB26D838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632766-2C64-6CFF-FD41-B8FF11F5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D65E2-A9DC-FA29-E121-1B65B853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6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699D3-5991-B8F8-9E4D-40A472A1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DCD92-CAE9-7616-F8A6-4FA476D63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AC893C-5505-835A-B1CB-17EAF3A6C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E7833-0DF3-AEA4-D685-79465926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B3591-58EB-D721-1B63-7FF20E2A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0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74FB2-0A2F-1099-E766-B12B9AE1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7ADA9D-CC76-B8A1-35AE-5410F0F3D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0FEF6-792B-2F6B-5EC5-6BE6ADE2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E84F1-A0A7-CF08-2265-38F90A51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85819-E44B-EC83-5605-8669D789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74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0DB31-5765-A0BF-5DF7-A66B4F93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E3EB8-15B6-1966-CD3E-38C8CFB1B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96B424-9785-E9F8-7F23-8DC840C43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99BF6-EC57-999F-AAB9-9352D5B6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E6782-6390-3880-55F7-30D343F2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F48A36-77A6-B62D-3CDD-AEA43C895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046DE-83D8-93C3-955B-00AECCA3C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CF5B9D-BF0D-98BF-F1D7-5EA049C46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EE6041-C95C-4933-D5C8-80A5A8A47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0D008-F1D4-46BB-F6E8-C0C1A1FE9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C05318-964C-8BB5-E30E-D7DE4F973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489852-346F-00C8-8844-36328B82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E814FE-4D51-4802-1D2C-24B39C68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424E49-5475-11FA-3970-DB7F1CCF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7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7CB74-1962-35A2-B26A-4D616FC7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20A3A7-D88A-4E8D-0177-4787AEE2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A2A542-781B-0FFA-5CF8-8D31B562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A4267C-56B5-BAA0-40E8-A4D149E5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00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3BAE62-8357-0964-58C9-F50AD40E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53007A-3386-D7B1-245A-8ECAFC53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11D746-431D-6B70-7C0D-706A48D0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3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317E3-B392-B82D-805E-9AB338F2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DA881C-6D3D-4D32-1F18-2E508F08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B38E5E-DD76-76AC-FCF8-F19AD3721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FD9684-A24E-CBBD-D41B-A888D770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DB81F8-F40D-FC0D-76EF-F24A4DA1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B0CB71-0660-82D1-9C84-059A8201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59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0FBC9-91B4-6165-913B-EE1E45AF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FBFFC6-DC97-D2FC-5052-C72CEB427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E9CE8-F442-4CF7-D793-56258A8CA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11BC33-05F1-87F6-535D-7589E157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8A3270-D459-6669-F7D1-60BBD3FF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EFB57-310D-E1FF-369D-6C058D9F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16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BE978-368E-0F4C-E315-9801DDEB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ED1EC5-2E21-E2EC-9FBD-58A7FB60E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F50867-42B0-35F6-21D4-8193CB0B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8370E-F75B-56F9-515B-58736585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6714CA-F212-F592-497F-7E376085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939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2C9AA1-A8DC-F53F-B56C-0C4C147A7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41E615-B608-ED52-E2C0-E32BFBC6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F1DE68-62FB-6839-0E61-3D3FE2C4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BB727-4AA4-A95F-82B1-50FD6949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9513E-42BD-E367-9CBD-D58AA3AB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48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39F71A-A394-233E-F2D2-BB2E39BC5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A46E08-6514-DAF0-4752-8D7571026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6B3706-192D-D5D2-D30C-1D777FF93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8EB9B-A32B-469F-B71E-B843178BC7E6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72086-8C40-5226-7381-15DF887C6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99D95-7F80-1660-377E-525E20DB2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C527D-C265-40F0-AF3A-79C5D20FF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46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Sijie Liang</dc:creator>
  <cp:lastModifiedBy>Sijie Liang</cp:lastModifiedBy>
  <cp:revision>1</cp:revision>
  <dcterms:created xsi:type="dcterms:W3CDTF">2026-05-21T14:43:05Z</dcterms:created>
  <dcterms:modified xsi:type="dcterms:W3CDTF">2026-05-21T14:43:18Z</dcterms:modified>
</cp:coreProperties>
</file>